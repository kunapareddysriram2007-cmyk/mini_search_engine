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0" d="100"/>
          <a:sy n="90" d="100"/>
        </p:scale>
        <p:origin x="37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2B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641080" y="1325880"/>
            <a:ext cx="2148840" cy="2148840"/>
          </a:xfrm>
          <a:prstGeom prst="ellipse">
            <a:avLst/>
          </a:prstGeom>
          <a:noFill/>
          <a:ln w="38100">
            <a:solidFill>
              <a:srgbClr val="2F6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326880" y="2011680"/>
            <a:ext cx="1234440" cy="1234440"/>
          </a:xfrm>
          <a:prstGeom prst="ellipse">
            <a:avLst/>
          </a:prstGeom>
          <a:noFill/>
          <a:ln w="25400">
            <a:solidFill>
              <a:srgbClr val="22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rot="19080000">
            <a:off x="10259568" y="3657600"/>
            <a:ext cx="109728" cy="1143000"/>
          </a:xfrm>
          <a:prstGeom prst="rect">
            <a:avLst/>
          </a:prstGeom>
          <a:solidFill>
            <a:srgbClr val="22B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731520"/>
            <a:ext cx="6949440" cy="411480"/>
          </a:xfrm>
          <a:prstGeom prst="rect">
            <a:avLst/>
          </a:prstGeom>
          <a:noFill/>
        </p:spPr>
        <p:txBody>
          <a:bodyPr wrap="square" lIns="18288" tIns="18288" rIns="18288" bIns="18288">
            <a:spAutoFit/>
          </a:bodyPr>
          <a:lstStyle/>
          <a:p>
            <a:pPr>
              <a:defRPr sz="1500" b="1">
                <a:solidFill>
                  <a:srgbClr val="22BEAA"/>
                </a:solidFill>
                <a:latin typeface="Aptos"/>
              </a:defRPr>
            </a:pPr>
            <a:r>
              <a:t>PROJECT PRESENTATION</a:t>
            </a:r>
          </a:p>
        </p:txBody>
      </p:sp>
      <p:sp>
        <p:nvSpPr>
          <p:cNvPr id="8" name="TextBox 7"/>
          <p:cNvSpPr txBox="1"/>
          <p:nvPr/>
        </p:nvSpPr>
        <p:spPr>
          <a:xfrm>
            <a:off x="822960" y="1417320"/>
            <a:ext cx="7040880" cy="1371600"/>
          </a:xfrm>
          <a:prstGeom prst="rect">
            <a:avLst/>
          </a:prstGeom>
          <a:noFill/>
        </p:spPr>
        <p:txBody>
          <a:bodyPr wrap="square" lIns="18288" tIns="18288" rIns="18288" bIns="18288">
            <a:spAutoFit/>
          </a:bodyPr>
          <a:lstStyle/>
          <a:p>
            <a:pPr>
              <a:defRPr sz="3600" b="1">
                <a:solidFill>
                  <a:srgbClr val="FFFFFF"/>
                </a:solidFill>
                <a:latin typeface="Aptos"/>
              </a:defRPr>
            </a:pPr>
            <a:r>
              <a:t>MINI SEARCH ENGINE</a:t>
            </a:r>
          </a:p>
        </p:txBody>
      </p:sp>
      <p:sp>
        <p:nvSpPr>
          <p:cNvPr id="9" name="TextBox 8"/>
          <p:cNvSpPr txBox="1"/>
          <p:nvPr/>
        </p:nvSpPr>
        <p:spPr>
          <a:xfrm>
            <a:off x="841248" y="2788920"/>
            <a:ext cx="6675120" cy="685800"/>
          </a:xfrm>
          <a:prstGeom prst="rect">
            <a:avLst/>
          </a:prstGeom>
          <a:noFill/>
        </p:spPr>
        <p:txBody>
          <a:bodyPr wrap="square" lIns="18288" tIns="18288" rIns="18288" bIns="18288">
            <a:spAutoFit/>
          </a:bodyPr>
          <a:lstStyle/>
          <a:p>
            <a:pPr>
              <a:defRPr sz="2100" b="0">
                <a:solidFill>
                  <a:srgbClr val="CCD8EB"/>
                </a:solidFill>
                <a:latin typeface="Aptos"/>
              </a:defRPr>
            </a:pPr>
            <a:r>
              <a:t>A multi-algorithm approach to document search and ranking</a:t>
            </a:r>
          </a:p>
        </p:txBody>
      </p:sp>
      <p:sp>
        <p:nvSpPr>
          <p:cNvPr id="10" name="TextBox 9"/>
          <p:cNvSpPr txBox="1"/>
          <p:nvPr/>
        </p:nvSpPr>
        <p:spPr>
          <a:xfrm>
            <a:off x="841248" y="5074920"/>
            <a:ext cx="5943600" cy="365760"/>
          </a:xfrm>
          <a:prstGeom prst="rect">
            <a:avLst/>
          </a:prstGeom>
          <a:noFill/>
        </p:spPr>
        <p:txBody>
          <a:bodyPr wrap="square" lIns="18288" tIns="18288" rIns="18288" bIns="18288">
            <a:spAutoFit/>
          </a:bodyPr>
          <a:lstStyle/>
          <a:p>
            <a:pPr>
              <a:defRPr sz="1600" b="1">
                <a:solidFill>
                  <a:srgbClr val="FFFFFF"/>
                </a:solidFill>
                <a:latin typeface="Aptos"/>
              </a:defRPr>
            </a:pPr>
            <a:r>
              <a:t>Data Structures and Algorithms Project</a:t>
            </a:r>
          </a:p>
        </p:txBody>
      </p:sp>
      <p:sp>
        <p:nvSpPr>
          <p:cNvPr id="11" name="TextBox 10"/>
          <p:cNvSpPr txBox="1"/>
          <p:nvPr/>
        </p:nvSpPr>
        <p:spPr>
          <a:xfrm>
            <a:off x="841248" y="5532120"/>
            <a:ext cx="6217920" cy="320040"/>
          </a:xfrm>
          <a:prstGeom prst="rect">
            <a:avLst/>
          </a:prstGeom>
          <a:noFill/>
        </p:spPr>
        <p:txBody>
          <a:bodyPr wrap="square" lIns="18288" tIns="18288" rIns="18288" bIns="18288">
            <a:spAutoFit/>
          </a:bodyPr>
          <a:lstStyle/>
          <a:p>
            <a:pPr>
              <a:defRPr sz="1300" b="0">
                <a:solidFill>
                  <a:srgbClr val="BBC9DF"/>
                </a:solidFill>
                <a:latin typeface="Aptos"/>
              </a:defRPr>
            </a:pPr>
            <a:r>
              <a:t>K. Sriram  •  I. Haricharan Sai</a:t>
            </a:r>
          </a:p>
        </p:txBody>
      </p:sp>
      <p:sp>
        <p:nvSpPr>
          <p:cNvPr id="12" name="TextBox 11"/>
          <p:cNvSpPr txBox="1"/>
          <p:nvPr/>
        </p:nvSpPr>
        <p:spPr>
          <a:xfrm>
            <a:off x="841248" y="5897880"/>
            <a:ext cx="6217920" cy="274320"/>
          </a:xfrm>
          <a:prstGeom prst="rect">
            <a:avLst/>
          </a:prstGeom>
          <a:noFill/>
        </p:spPr>
        <p:txBody>
          <a:bodyPr wrap="square" lIns="18288" tIns="18288" rIns="18288" bIns="18288">
            <a:spAutoFit/>
          </a:bodyPr>
          <a:lstStyle/>
          <a:p>
            <a:pPr>
              <a:defRPr sz="1100" b="0">
                <a:solidFill>
                  <a:srgbClr val="96A9C5"/>
                </a:solidFill>
                <a:latin typeface="Aptos"/>
              </a:defRPr>
            </a:pPr>
            <a:r>
              <a:t>Section 12  |  Team 13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143000"/>
          </a:xfrm>
          <a:prstGeom prst="rect">
            <a:avLst/>
          </a:prstGeom>
          <a:solidFill>
            <a:srgbClr val="12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256032"/>
            <a:ext cx="10789920" cy="594360"/>
          </a:xfrm>
          <a:prstGeom prst="rect">
            <a:avLst/>
          </a:prstGeom>
          <a:noFill/>
        </p:spPr>
        <p:txBody>
          <a:bodyPr wrap="square" lIns="18288" tIns="18288" rIns="18288" bIns="18288">
            <a:spAutoFit/>
          </a:bodyPr>
          <a:lstStyle/>
          <a:p>
            <a:pPr>
              <a:defRPr sz="2800" b="1">
                <a:solidFill>
                  <a:srgbClr val="FFFFFF"/>
                </a:solidFill>
                <a:latin typeface="Aptos"/>
              </a:defRPr>
            </a:pPr>
            <a:r>
              <a:t>ABSTRACT</a:t>
            </a:r>
          </a:p>
        </p:txBody>
      </p:sp>
      <p:sp>
        <p:nvSpPr>
          <p:cNvPr id="5" name="Rounded Rectangle 4"/>
          <p:cNvSpPr/>
          <p:nvPr/>
        </p:nvSpPr>
        <p:spPr>
          <a:xfrm>
            <a:off x="658368" y="1508760"/>
            <a:ext cx="7452360" cy="4526280"/>
          </a:xfrm>
          <a:prstGeom prst="roundRect">
            <a:avLst/>
          </a:prstGeom>
          <a:solidFill>
            <a:srgbClr val="FFFFFF"/>
          </a:solidFill>
          <a:ln>
            <a:solidFill>
              <a:srgbClr val="E0E6F0"/>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28600" rtlCol="0" anchor="ctr"/>
          <a:lstStyle/>
          <a:p>
            <a:pPr algn="ctr">
              <a:lnSpc>
                <a:spcPct val="118000"/>
              </a:lnSpc>
              <a:spcAft>
                <a:spcPts val="800"/>
              </a:spcAft>
              <a:defRPr sz="1700">
                <a:solidFill>
                  <a:srgbClr val="232E41"/>
                </a:solidFill>
                <a:latin typeface="Aptos"/>
              </a:defRPr>
            </a:pPr>
            <a:r>
              <a:rPr sz="1400" dirty="0"/>
              <a:t>The Mini Search Engine is a document retrieval system designed to help users find relevant information from a collection of text documents efficiently. It combines multiple searching and ranking techniques in a single interface, allowing users to select the method that best fits their query. Smart Search uses the Vector Space Model and TF-IDF to estimate document relevance, Exact Pattern Search applies the Knuth–Morris–Pratt (KMP) algorithm, Multi Pattern Search uses Aho–</a:t>
            </a:r>
            <a:r>
              <a:rPr sz="1400" dirty="0" err="1"/>
              <a:t>Corasick</a:t>
            </a:r>
            <a:r>
              <a:rPr sz="1400" dirty="0"/>
              <a:t> to locate multiple patterns, and Fuzzy Search uses </a:t>
            </a:r>
            <a:r>
              <a:rPr sz="1400" dirty="0" err="1"/>
              <a:t>Levenshtein</a:t>
            </a:r>
            <a:r>
              <a:rPr sz="1400" dirty="0"/>
              <a:t> distance to support approximate matching. The system includes text normalization, tokenization, indexing, and result ranking to organize and retrieve documents. By comparing these approaches through one application, the project demonstrates how different algorithms address exact, multi-pattern, and approximate search requirements. The system also provides a foundation for evaluating search quality and improving relevance scoring, query handling, and document discovery.</a:t>
            </a:r>
          </a:p>
        </p:txBody>
      </p:sp>
      <p:sp>
        <p:nvSpPr>
          <p:cNvPr id="6" name="TextBox 5"/>
          <p:cNvSpPr txBox="1"/>
          <p:nvPr/>
        </p:nvSpPr>
        <p:spPr>
          <a:xfrm>
            <a:off x="8458200" y="1600200"/>
            <a:ext cx="3017520" cy="411480"/>
          </a:xfrm>
          <a:prstGeom prst="rect">
            <a:avLst/>
          </a:prstGeom>
          <a:noFill/>
        </p:spPr>
        <p:txBody>
          <a:bodyPr wrap="square" lIns="18288" tIns="18288" rIns="18288" bIns="18288">
            <a:spAutoFit/>
          </a:bodyPr>
          <a:lstStyle/>
          <a:p>
            <a:pPr>
              <a:defRPr sz="1500" b="1">
                <a:solidFill>
                  <a:srgbClr val="2F6BFF"/>
                </a:solidFill>
                <a:latin typeface="Aptos"/>
              </a:defRPr>
            </a:pPr>
            <a:r>
              <a:t>CORE METHODS</a:t>
            </a:r>
          </a:p>
        </p:txBody>
      </p:sp>
      <p:sp>
        <p:nvSpPr>
          <p:cNvPr id="7" name="Oval 6"/>
          <p:cNvSpPr/>
          <p:nvPr/>
        </p:nvSpPr>
        <p:spPr>
          <a:xfrm>
            <a:off x="8458200" y="2148840"/>
            <a:ext cx="429768" cy="429768"/>
          </a:xfrm>
          <a:prstGeom prst="ellipse">
            <a:avLst/>
          </a:prstGeom>
          <a:solidFill>
            <a:srgbClr val="2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ptos"/>
              </a:defRPr>
            </a:pPr>
            <a:r>
              <a:t>01</a:t>
            </a:r>
          </a:p>
        </p:txBody>
      </p:sp>
      <p:sp>
        <p:nvSpPr>
          <p:cNvPr id="8" name="TextBox 7"/>
          <p:cNvSpPr txBox="1"/>
          <p:nvPr/>
        </p:nvSpPr>
        <p:spPr>
          <a:xfrm>
            <a:off x="9034272" y="2139696"/>
            <a:ext cx="2560320" cy="256032"/>
          </a:xfrm>
          <a:prstGeom prst="rect">
            <a:avLst/>
          </a:prstGeom>
          <a:noFill/>
        </p:spPr>
        <p:txBody>
          <a:bodyPr wrap="square" lIns="18288" tIns="18288" rIns="18288" bIns="18288">
            <a:spAutoFit/>
          </a:bodyPr>
          <a:lstStyle/>
          <a:p>
            <a:pPr>
              <a:defRPr sz="1500" b="1">
                <a:solidFill>
                  <a:srgbClr val="12203A"/>
                </a:solidFill>
                <a:latin typeface="Aptos"/>
              </a:defRPr>
            </a:pPr>
            <a:r>
              <a:t>Smart Search</a:t>
            </a:r>
          </a:p>
        </p:txBody>
      </p:sp>
      <p:sp>
        <p:nvSpPr>
          <p:cNvPr id="9" name="TextBox 8"/>
          <p:cNvSpPr txBox="1"/>
          <p:nvPr/>
        </p:nvSpPr>
        <p:spPr>
          <a:xfrm>
            <a:off x="9034272" y="2395728"/>
            <a:ext cx="2560320" cy="228600"/>
          </a:xfrm>
          <a:prstGeom prst="rect">
            <a:avLst/>
          </a:prstGeom>
          <a:noFill/>
        </p:spPr>
        <p:txBody>
          <a:bodyPr wrap="square" lIns="18288" tIns="18288" rIns="18288" bIns="18288">
            <a:spAutoFit/>
          </a:bodyPr>
          <a:lstStyle/>
          <a:p>
            <a:pPr>
              <a:defRPr sz="1100" b="0">
                <a:solidFill>
                  <a:srgbClr val="626F84"/>
                </a:solidFill>
                <a:latin typeface="Aptos"/>
              </a:defRPr>
            </a:pPr>
            <a:r>
              <a:t>VSM / TF-IDF</a:t>
            </a:r>
          </a:p>
        </p:txBody>
      </p:sp>
      <p:sp>
        <p:nvSpPr>
          <p:cNvPr id="10" name="Oval 9"/>
          <p:cNvSpPr/>
          <p:nvPr/>
        </p:nvSpPr>
        <p:spPr>
          <a:xfrm>
            <a:off x="8458200" y="3044952"/>
            <a:ext cx="429768" cy="429768"/>
          </a:xfrm>
          <a:prstGeom prst="ellipse">
            <a:avLst/>
          </a:prstGeom>
          <a:solidFill>
            <a:srgbClr val="22B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ptos"/>
              </a:defRPr>
            </a:pPr>
            <a:r>
              <a:t>02</a:t>
            </a:r>
          </a:p>
        </p:txBody>
      </p:sp>
      <p:sp>
        <p:nvSpPr>
          <p:cNvPr id="11" name="TextBox 10"/>
          <p:cNvSpPr txBox="1"/>
          <p:nvPr/>
        </p:nvSpPr>
        <p:spPr>
          <a:xfrm>
            <a:off x="9034272" y="3035808"/>
            <a:ext cx="2560320" cy="256032"/>
          </a:xfrm>
          <a:prstGeom prst="rect">
            <a:avLst/>
          </a:prstGeom>
          <a:noFill/>
        </p:spPr>
        <p:txBody>
          <a:bodyPr wrap="square" lIns="18288" tIns="18288" rIns="18288" bIns="18288">
            <a:spAutoFit/>
          </a:bodyPr>
          <a:lstStyle/>
          <a:p>
            <a:pPr>
              <a:defRPr sz="1500" b="1">
                <a:solidFill>
                  <a:srgbClr val="12203A"/>
                </a:solidFill>
                <a:latin typeface="Aptos"/>
              </a:defRPr>
            </a:pPr>
            <a:r>
              <a:t>Exact Pattern</a:t>
            </a:r>
          </a:p>
        </p:txBody>
      </p:sp>
      <p:sp>
        <p:nvSpPr>
          <p:cNvPr id="12" name="TextBox 11"/>
          <p:cNvSpPr txBox="1"/>
          <p:nvPr/>
        </p:nvSpPr>
        <p:spPr>
          <a:xfrm>
            <a:off x="9034272" y="3291840"/>
            <a:ext cx="2560320" cy="228600"/>
          </a:xfrm>
          <a:prstGeom prst="rect">
            <a:avLst/>
          </a:prstGeom>
          <a:noFill/>
        </p:spPr>
        <p:txBody>
          <a:bodyPr wrap="square" lIns="18288" tIns="18288" rIns="18288" bIns="18288">
            <a:spAutoFit/>
          </a:bodyPr>
          <a:lstStyle/>
          <a:p>
            <a:pPr>
              <a:defRPr sz="1100" b="0">
                <a:solidFill>
                  <a:srgbClr val="626F84"/>
                </a:solidFill>
                <a:latin typeface="Aptos"/>
              </a:defRPr>
            </a:pPr>
            <a:r>
              <a:t>KMP</a:t>
            </a:r>
          </a:p>
        </p:txBody>
      </p:sp>
      <p:sp>
        <p:nvSpPr>
          <p:cNvPr id="13" name="Oval 12"/>
          <p:cNvSpPr/>
          <p:nvPr/>
        </p:nvSpPr>
        <p:spPr>
          <a:xfrm>
            <a:off x="8458200" y="3941064"/>
            <a:ext cx="429768" cy="429768"/>
          </a:xfrm>
          <a:prstGeom prst="ellipse">
            <a:avLst/>
          </a:prstGeom>
          <a:solidFill>
            <a:srgbClr val="2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ptos"/>
              </a:defRPr>
            </a:pPr>
            <a:r>
              <a:t>03</a:t>
            </a:r>
          </a:p>
        </p:txBody>
      </p:sp>
      <p:sp>
        <p:nvSpPr>
          <p:cNvPr id="14" name="TextBox 13"/>
          <p:cNvSpPr txBox="1"/>
          <p:nvPr/>
        </p:nvSpPr>
        <p:spPr>
          <a:xfrm>
            <a:off x="9034272" y="3931920"/>
            <a:ext cx="2560320" cy="256032"/>
          </a:xfrm>
          <a:prstGeom prst="rect">
            <a:avLst/>
          </a:prstGeom>
          <a:noFill/>
        </p:spPr>
        <p:txBody>
          <a:bodyPr wrap="square" lIns="18288" tIns="18288" rIns="18288" bIns="18288">
            <a:spAutoFit/>
          </a:bodyPr>
          <a:lstStyle/>
          <a:p>
            <a:pPr>
              <a:defRPr sz="1500" b="1">
                <a:solidFill>
                  <a:srgbClr val="12203A"/>
                </a:solidFill>
                <a:latin typeface="Aptos"/>
              </a:defRPr>
            </a:pPr>
            <a:r>
              <a:t>Multi Pattern</a:t>
            </a:r>
          </a:p>
        </p:txBody>
      </p:sp>
      <p:sp>
        <p:nvSpPr>
          <p:cNvPr id="15" name="TextBox 14"/>
          <p:cNvSpPr txBox="1"/>
          <p:nvPr/>
        </p:nvSpPr>
        <p:spPr>
          <a:xfrm>
            <a:off x="9034272" y="4187952"/>
            <a:ext cx="2560320" cy="228600"/>
          </a:xfrm>
          <a:prstGeom prst="rect">
            <a:avLst/>
          </a:prstGeom>
          <a:noFill/>
        </p:spPr>
        <p:txBody>
          <a:bodyPr wrap="square" lIns="18288" tIns="18288" rIns="18288" bIns="18288">
            <a:spAutoFit/>
          </a:bodyPr>
          <a:lstStyle/>
          <a:p>
            <a:pPr>
              <a:defRPr sz="1100" b="0">
                <a:solidFill>
                  <a:srgbClr val="626F84"/>
                </a:solidFill>
                <a:latin typeface="Aptos"/>
              </a:defRPr>
            </a:pPr>
            <a:r>
              <a:t>Aho–Corasick</a:t>
            </a:r>
          </a:p>
        </p:txBody>
      </p:sp>
      <p:sp>
        <p:nvSpPr>
          <p:cNvPr id="16" name="Oval 15"/>
          <p:cNvSpPr/>
          <p:nvPr/>
        </p:nvSpPr>
        <p:spPr>
          <a:xfrm>
            <a:off x="8458200" y="4837176"/>
            <a:ext cx="429768" cy="429768"/>
          </a:xfrm>
          <a:prstGeom prst="ellipse">
            <a:avLst/>
          </a:prstGeom>
          <a:solidFill>
            <a:srgbClr val="22B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ptos"/>
              </a:defRPr>
            </a:pPr>
            <a:r>
              <a:t>04</a:t>
            </a:r>
          </a:p>
        </p:txBody>
      </p:sp>
      <p:sp>
        <p:nvSpPr>
          <p:cNvPr id="17" name="TextBox 16"/>
          <p:cNvSpPr txBox="1"/>
          <p:nvPr/>
        </p:nvSpPr>
        <p:spPr>
          <a:xfrm>
            <a:off x="9034272" y="4828032"/>
            <a:ext cx="2560320" cy="256032"/>
          </a:xfrm>
          <a:prstGeom prst="rect">
            <a:avLst/>
          </a:prstGeom>
          <a:noFill/>
        </p:spPr>
        <p:txBody>
          <a:bodyPr wrap="square" lIns="18288" tIns="18288" rIns="18288" bIns="18288">
            <a:spAutoFit/>
          </a:bodyPr>
          <a:lstStyle/>
          <a:p>
            <a:pPr>
              <a:defRPr sz="1500" b="1">
                <a:solidFill>
                  <a:srgbClr val="12203A"/>
                </a:solidFill>
                <a:latin typeface="Aptos"/>
              </a:defRPr>
            </a:pPr>
            <a:r>
              <a:t>Fuzzy Search</a:t>
            </a:r>
          </a:p>
        </p:txBody>
      </p:sp>
      <p:sp>
        <p:nvSpPr>
          <p:cNvPr id="18" name="TextBox 17"/>
          <p:cNvSpPr txBox="1"/>
          <p:nvPr/>
        </p:nvSpPr>
        <p:spPr>
          <a:xfrm>
            <a:off x="9034272" y="5084064"/>
            <a:ext cx="2560320" cy="228600"/>
          </a:xfrm>
          <a:prstGeom prst="rect">
            <a:avLst/>
          </a:prstGeom>
          <a:noFill/>
        </p:spPr>
        <p:txBody>
          <a:bodyPr wrap="square" lIns="18288" tIns="18288" rIns="18288" bIns="18288">
            <a:spAutoFit/>
          </a:bodyPr>
          <a:lstStyle/>
          <a:p>
            <a:pPr>
              <a:defRPr sz="1100" b="0">
                <a:solidFill>
                  <a:srgbClr val="626F84"/>
                </a:solidFill>
                <a:latin typeface="Aptos"/>
              </a:defRPr>
            </a:pPr>
            <a:r>
              <a:t>Levenshtein distance</a:t>
            </a:r>
          </a:p>
        </p:txBody>
      </p:sp>
      <p:sp>
        <p:nvSpPr>
          <p:cNvPr id="19" name="TextBox 18"/>
          <p:cNvSpPr txBox="1"/>
          <p:nvPr/>
        </p:nvSpPr>
        <p:spPr>
          <a:xfrm>
            <a:off x="685800" y="6473952"/>
            <a:ext cx="7772400" cy="201168"/>
          </a:xfrm>
          <a:prstGeom prst="rect">
            <a:avLst/>
          </a:prstGeom>
          <a:noFill/>
        </p:spPr>
        <p:txBody>
          <a:bodyPr wrap="square" lIns="18288" tIns="18288" rIns="18288" bIns="18288">
            <a:spAutoFit/>
          </a:bodyPr>
          <a:lstStyle/>
          <a:p>
            <a:pPr>
              <a:defRPr sz="900" b="0">
                <a:solidFill>
                  <a:srgbClr val="626F84"/>
                </a:solidFill>
                <a:latin typeface="Aptos"/>
              </a:defRPr>
            </a:pPr>
            <a:r>
              <a:t>Mini Search Engine  •  Data Structures and Algorithms</a:t>
            </a:r>
          </a:p>
        </p:txBody>
      </p:sp>
      <p:sp>
        <p:nvSpPr>
          <p:cNvPr id="20" name="TextBox 19"/>
          <p:cNvSpPr txBox="1"/>
          <p:nvPr/>
        </p:nvSpPr>
        <p:spPr>
          <a:xfrm>
            <a:off x="10835640" y="6473952"/>
            <a:ext cx="685800" cy="201168"/>
          </a:xfrm>
          <a:prstGeom prst="rect">
            <a:avLst/>
          </a:prstGeom>
          <a:noFill/>
        </p:spPr>
        <p:txBody>
          <a:bodyPr wrap="square" lIns="18288" tIns="18288" rIns="18288" bIns="18288">
            <a:spAutoFit/>
          </a:bodyPr>
          <a:lstStyle/>
          <a:p>
            <a:pPr algn="r">
              <a:defRPr sz="900" b="0">
                <a:solidFill>
                  <a:srgbClr val="626F84"/>
                </a:solidFill>
                <a:latin typeface="Aptos"/>
              </a:defRPr>
            </a:pPr>
            <a:r>
              <a:t>02 / 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231</Words>
  <Application>Microsoft Office PowerPoint</Application>
  <PresentationFormat>Widescreen</PresentationFormat>
  <Paragraphs>23</Paragraphs>
  <Slides>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sriram kunapareddy</cp:lastModifiedBy>
  <cp:revision>2</cp:revision>
  <dcterms:created xsi:type="dcterms:W3CDTF">2013-01-27T09:14:16Z</dcterms:created>
  <dcterms:modified xsi:type="dcterms:W3CDTF">2026-10-12T05:05:30Z</dcterms:modified>
  <cp:category/>
</cp:coreProperties>
</file>